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4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57825"/>
            <a:ext cx="1400175" cy="14001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5294" y="2728912"/>
            <a:ext cx="766699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2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2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2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57825"/>
            <a:ext cx="1400175" cy="14001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8275" y="4124325"/>
            <a:ext cx="228600" cy="1047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1875" y="3124200"/>
            <a:ext cx="428625" cy="7334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52900" y="0"/>
            <a:ext cx="8039100" cy="20383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1075" y="4862512"/>
            <a:ext cx="933450" cy="4333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2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167" y="1750123"/>
            <a:ext cx="9530715" cy="624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2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425" y="4105275"/>
            <a:ext cx="133350" cy="1238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2900" y="0"/>
            <a:ext cx="8039100" cy="20383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075" y="4886325"/>
            <a:ext cx="933450" cy="4095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>
              <a:lnSpc>
                <a:spcPts val="10200"/>
              </a:lnSpc>
              <a:spcBef>
                <a:spcPts val="100"/>
              </a:spcBef>
            </a:pPr>
            <a:r>
              <a:rPr sz="8750" spc="-1205" dirty="0">
                <a:solidFill>
                  <a:srgbClr val="002F7E"/>
                </a:solidFill>
                <a:latin typeface="Arial MT"/>
                <a:cs typeface="Arial MT"/>
              </a:rPr>
              <a:t>Etapa</a:t>
            </a:r>
            <a:endParaRPr sz="8750">
              <a:latin typeface="Arial MT"/>
              <a:cs typeface="Arial MT"/>
            </a:endParaRPr>
          </a:p>
          <a:p>
            <a:pPr marL="17145">
              <a:lnSpc>
                <a:spcPts val="6780"/>
              </a:lnSpc>
            </a:pPr>
            <a:r>
              <a:rPr sz="5900" spc="-1050" dirty="0">
                <a:solidFill>
                  <a:srgbClr val="002D77"/>
                </a:solidFill>
                <a:latin typeface="Arial MT"/>
                <a:cs typeface="Arial MT"/>
              </a:rPr>
              <a:t>ÂNALISE</a:t>
            </a:r>
            <a:endParaRPr sz="5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225" y="1828800"/>
            <a:ext cx="4676775" cy="32480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500" y="1828800"/>
            <a:ext cx="4676775" cy="3248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075" y="4124325"/>
            <a:ext cx="2057400" cy="11715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2350" y="3124200"/>
            <a:ext cx="381000" cy="7334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52900" y="0"/>
            <a:ext cx="8039100" cy="20383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645">
              <a:lnSpc>
                <a:spcPts val="10265"/>
              </a:lnSpc>
              <a:spcBef>
                <a:spcPts val="100"/>
              </a:spcBef>
            </a:pPr>
            <a:r>
              <a:rPr sz="8750" spc="-1205" dirty="0">
                <a:solidFill>
                  <a:srgbClr val="002F7C"/>
                </a:solidFill>
                <a:latin typeface="Arial MT"/>
                <a:cs typeface="Arial MT"/>
              </a:rPr>
              <a:t>Etapa</a:t>
            </a:r>
            <a:endParaRPr sz="8750">
              <a:latin typeface="Arial MT"/>
              <a:cs typeface="Arial MT"/>
            </a:endParaRPr>
          </a:p>
          <a:p>
            <a:pPr marL="12700">
              <a:lnSpc>
                <a:spcPts val="6780"/>
              </a:lnSpc>
            </a:pPr>
            <a:r>
              <a:rPr sz="5850" spc="-830" dirty="0">
                <a:solidFill>
                  <a:srgbClr val="002B79"/>
                </a:solidFill>
                <a:latin typeface="Arial MT"/>
                <a:cs typeface="Arial MT"/>
              </a:rPr>
              <a:t>t0LUÇÂO</a:t>
            </a:r>
            <a:r>
              <a:rPr sz="5850" spc="20" dirty="0">
                <a:solidFill>
                  <a:srgbClr val="002B79"/>
                </a:solidFill>
                <a:latin typeface="Arial MT"/>
                <a:cs typeface="Arial MT"/>
              </a:rPr>
              <a:t> </a:t>
            </a:r>
            <a:r>
              <a:rPr sz="8775" spc="142" baseline="-3798" dirty="0">
                <a:solidFill>
                  <a:srgbClr val="003182"/>
                </a:solidFill>
                <a:latin typeface="Arial MT"/>
                <a:cs typeface="Arial MT"/>
              </a:rPr>
              <a:t>I</a:t>
            </a:r>
            <a:r>
              <a:rPr sz="8775" spc="-1057" baseline="-3798" dirty="0">
                <a:solidFill>
                  <a:srgbClr val="003182"/>
                </a:solidFill>
                <a:latin typeface="Arial MT"/>
                <a:cs typeface="Arial MT"/>
              </a:rPr>
              <a:t> </a:t>
            </a:r>
            <a:r>
              <a:rPr sz="5850" spc="-650" dirty="0">
                <a:solidFill>
                  <a:srgbClr val="053482"/>
                </a:solidFill>
                <a:latin typeface="Arial MT"/>
                <a:cs typeface="Arial MT"/>
              </a:rPr>
              <a:t>Proposta</a:t>
            </a:r>
            <a:r>
              <a:rPr sz="5850" spc="455" dirty="0">
                <a:solidFill>
                  <a:srgbClr val="053482"/>
                </a:solidFill>
                <a:latin typeface="Arial MT"/>
                <a:cs typeface="Arial MT"/>
              </a:rPr>
              <a:t> </a:t>
            </a:r>
            <a:r>
              <a:rPr sz="5850" spc="-880" dirty="0">
                <a:solidFill>
                  <a:srgbClr val="053374"/>
                </a:solidFill>
                <a:latin typeface="Arial MT"/>
                <a:cs typeface="Arial MT"/>
              </a:rPr>
              <a:t>de</a:t>
            </a:r>
            <a:r>
              <a:rPr sz="5850" spc="-15" dirty="0">
                <a:solidFill>
                  <a:srgbClr val="053374"/>
                </a:solidFill>
                <a:latin typeface="Arial MT"/>
                <a:cs typeface="Arial MT"/>
              </a:rPr>
              <a:t> </a:t>
            </a:r>
            <a:r>
              <a:rPr sz="5850" spc="-894" dirty="0">
                <a:solidFill>
                  <a:srgbClr val="002A79"/>
                </a:solidFill>
                <a:latin typeface="Arial MT"/>
                <a:cs typeface="Arial MT"/>
              </a:rPr>
              <a:t>Ação</a:t>
            </a:r>
            <a:endParaRPr sz="5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C19D3DDF-D240-431C-B880-B74F7BC12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0057" y="4497006"/>
            <a:ext cx="9297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A</a:t>
            </a:r>
            <a:r>
              <a:rPr sz="1800" spc="-5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E7E"/>
                </a:solidFill>
                <a:latin typeface="Calibri"/>
                <a:cs typeface="Calibri"/>
              </a:rPr>
              <a:t>intervenção</a:t>
            </a:r>
            <a:r>
              <a:rPr sz="1800" spc="-3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será</a:t>
            </a:r>
            <a:r>
              <a:rPr sz="1800" spc="-2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conduzida</a:t>
            </a:r>
            <a:r>
              <a:rPr sz="1800" spc="-2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em</a:t>
            </a:r>
            <a:r>
              <a:rPr sz="1800" spc="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uma</a:t>
            </a:r>
            <a:r>
              <a:rPr sz="1800" spc="-2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única</a:t>
            </a:r>
            <a:r>
              <a:rPr sz="1800" spc="-2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sessão</a:t>
            </a:r>
            <a:r>
              <a:rPr sz="1800" spc="-3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no</a:t>
            </a:r>
            <a:r>
              <a:rPr sz="1800" spc="-3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dia</a:t>
            </a:r>
            <a:r>
              <a:rPr sz="1800" spc="4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E7E"/>
                </a:solidFill>
                <a:latin typeface="Calibri"/>
                <a:cs typeface="Calibri"/>
              </a:rPr>
              <a:t>21/10/2025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,</a:t>
            </a:r>
            <a:r>
              <a:rPr sz="1800" spc="2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com </a:t>
            </a:r>
            <a:r>
              <a:rPr sz="1800" spc="-10" dirty="0">
                <a:solidFill>
                  <a:srgbClr val="002E7E"/>
                </a:solidFill>
                <a:latin typeface="Calibri"/>
                <a:cs typeface="Calibri"/>
              </a:rPr>
              <a:t>duração</a:t>
            </a:r>
            <a:r>
              <a:rPr sz="1800" spc="-3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de</a:t>
            </a:r>
            <a:r>
              <a:rPr sz="1800" spc="-5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E7E"/>
                </a:solidFill>
                <a:latin typeface="Calibri"/>
                <a:cs typeface="Calibri"/>
              </a:rPr>
              <a:t>60</a:t>
            </a:r>
            <a:r>
              <a:rPr sz="1800" spc="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E7E"/>
                </a:solidFill>
                <a:latin typeface="Calibri"/>
                <a:cs typeface="Calibri"/>
              </a:rPr>
              <a:t>minutos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55" dirty="0"/>
              <a:t> </a:t>
            </a:r>
            <a:r>
              <a:rPr dirty="0"/>
              <a:t>atividade</a:t>
            </a:r>
            <a:r>
              <a:rPr spc="10" dirty="0"/>
              <a:t> </a:t>
            </a:r>
            <a:r>
              <a:rPr dirty="0"/>
              <a:t>não</a:t>
            </a:r>
            <a:r>
              <a:rPr spc="-45" dirty="0"/>
              <a:t> </a:t>
            </a:r>
            <a:r>
              <a:rPr dirty="0"/>
              <a:t>envolveu</a:t>
            </a:r>
            <a:r>
              <a:rPr spc="-30" dirty="0"/>
              <a:t> </a:t>
            </a:r>
            <a:r>
              <a:rPr spc="-10" dirty="0"/>
              <a:t>parceiros</a:t>
            </a:r>
            <a:r>
              <a:rPr spc="-20" dirty="0"/>
              <a:t> </a:t>
            </a:r>
            <a:r>
              <a:rPr dirty="0"/>
              <a:t>externos,</a:t>
            </a:r>
            <a:r>
              <a:rPr spc="-60" dirty="0"/>
              <a:t> </a:t>
            </a:r>
            <a:r>
              <a:rPr dirty="0"/>
              <a:t>garantindo</a:t>
            </a:r>
            <a:r>
              <a:rPr spc="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ausência</a:t>
            </a:r>
            <a:r>
              <a:rPr spc="-25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spc="-10" dirty="0"/>
              <a:t>conflitos</a:t>
            </a:r>
            <a:r>
              <a:rPr spc="-90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spc="-10" dirty="0"/>
              <a:t>interesse.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8524" y="2793206"/>
            <a:ext cx="2196465" cy="1287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250" spc="-925" dirty="0">
                <a:solidFill>
                  <a:srgbClr val="002F7C"/>
                </a:solidFill>
                <a:latin typeface="Arial MT"/>
                <a:cs typeface="Arial MT"/>
              </a:rPr>
              <a:t>Etapa</a:t>
            </a:r>
            <a:endParaRPr sz="8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1681" y="3991371"/>
            <a:ext cx="2751455" cy="9188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850" spc="-1400" dirty="0">
                <a:solidFill>
                  <a:srgbClr val="01317E"/>
                </a:solidFill>
                <a:latin typeface="Arial MT"/>
                <a:cs typeface="Arial MT"/>
              </a:rPr>
              <a:t>EVOLUÇÂO</a:t>
            </a:r>
            <a:endParaRPr sz="5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362" y="1712848"/>
            <a:ext cx="2851150" cy="1727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1301" y="1712848"/>
            <a:ext cx="2851150" cy="172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60826" y="3922712"/>
            <a:ext cx="2860675" cy="17176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9887" y="3903662"/>
            <a:ext cx="2851150" cy="17256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4840" y="3538791"/>
            <a:ext cx="23355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ETAPA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MONTE</a:t>
            </a:r>
            <a:r>
              <a:rPr sz="1200" spc="-2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SEU</a:t>
            </a: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2E7E"/>
                </a:solidFill>
                <a:latin typeface="Calibri"/>
                <a:cs typeface="Calibri"/>
              </a:rPr>
              <a:t>PRATO</a:t>
            </a:r>
            <a:r>
              <a:rPr sz="1200" spc="-5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2E7E"/>
                </a:solidFill>
                <a:latin typeface="Calibri"/>
                <a:cs typeface="Calibri"/>
              </a:rPr>
              <a:t>SAUDÁVEL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0276" y="3914775"/>
            <a:ext cx="2859024" cy="17351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55821" y="3533457"/>
            <a:ext cx="16490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ETAPA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MONTE</a:t>
            </a:r>
            <a:r>
              <a:rPr sz="1200" spc="-2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SEU</a:t>
            </a:r>
            <a:r>
              <a:rPr sz="1200" spc="-4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2E7E"/>
                </a:solidFill>
                <a:latin typeface="Calibri"/>
                <a:cs typeface="Calibri"/>
              </a:rPr>
              <a:t>PRATO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7630" y="5731192"/>
            <a:ext cx="859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ETAPA</a:t>
            </a:r>
            <a:r>
              <a:rPr sz="1200" spc="-3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2E7E"/>
                </a:solidFill>
                <a:latin typeface="Calibri"/>
                <a:cs typeface="Calibri"/>
              </a:rPr>
              <a:t>BINGO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05654" y="5731192"/>
            <a:ext cx="859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ETAPA</a:t>
            </a:r>
            <a:r>
              <a:rPr sz="1200" spc="-3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2E7E"/>
                </a:solidFill>
                <a:latin typeface="Calibri"/>
                <a:cs typeface="Calibri"/>
              </a:rPr>
              <a:t>BINGO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0751" y="1712848"/>
            <a:ext cx="2851150" cy="17272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015733" y="5648325"/>
            <a:ext cx="2418080" cy="37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60"/>
              </a:lnSpc>
              <a:spcBef>
                <a:spcPts val="100"/>
              </a:spcBef>
            </a:pP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ETAPA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FINAL</a:t>
            </a:r>
            <a:r>
              <a:rPr sz="1200" spc="-5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COM</a:t>
            </a:r>
            <a:r>
              <a:rPr sz="1200" spc="1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OS</a:t>
            </a: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ALUNOS,</a:t>
            </a:r>
            <a:r>
              <a:rPr sz="1200" spc="-7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2E7E"/>
                </a:solidFill>
                <a:latin typeface="Calibri"/>
                <a:cs typeface="Calibri"/>
              </a:rPr>
              <a:t>TODOS</a:t>
            </a:r>
            <a:endParaRPr sz="1200">
              <a:latin typeface="Calibri"/>
              <a:cs typeface="Calibri"/>
            </a:endParaRPr>
          </a:p>
          <a:p>
            <a:pPr marL="31750">
              <a:lnSpc>
                <a:spcPts val="1360"/>
              </a:lnSpc>
            </a:pP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GANHARAM</a:t>
            </a:r>
            <a:r>
              <a:rPr sz="1200" spc="3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UMA</a:t>
            </a:r>
            <a:r>
              <a:rPr sz="1200" spc="-1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2E7E"/>
                </a:solidFill>
                <a:latin typeface="Calibri"/>
                <a:cs typeface="Calibri"/>
              </a:rPr>
              <a:t>GARRAFA</a:t>
            </a:r>
            <a:r>
              <a:rPr sz="1200" spc="-1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DE</a:t>
            </a:r>
            <a:r>
              <a:rPr sz="1200" spc="-5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2E7E"/>
                </a:solidFill>
                <a:latin typeface="Calibri"/>
                <a:cs typeface="Calibri"/>
              </a:rPr>
              <a:t>ÁGUA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2545" y="3454717"/>
            <a:ext cx="2084070" cy="3714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709295" marR="5080" indent="-697230">
              <a:lnSpc>
                <a:spcPts val="1280"/>
              </a:lnSpc>
              <a:spcBef>
                <a:spcPts val="275"/>
              </a:spcBef>
            </a:pP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ETAPA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SENSORIAL</a:t>
            </a:r>
            <a:r>
              <a:rPr sz="1200" spc="-2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–</a:t>
            </a:r>
            <a:r>
              <a:rPr sz="1200" spc="-40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2E7E"/>
                </a:solidFill>
                <a:latin typeface="Calibri"/>
                <a:cs typeface="Calibri"/>
              </a:rPr>
              <a:t>DESCUBRA</a:t>
            </a:r>
            <a:r>
              <a:rPr sz="1200" spc="-35" dirty="0">
                <a:solidFill>
                  <a:srgbClr val="002E7E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002E7E"/>
                </a:solidFill>
                <a:latin typeface="Calibri"/>
                <a:cs typeface="Calibri"/>
              </a:rPr>
              <a:t>O </a:t>
            </a:r>
            <a:r>
              <a:rPr sz="1200" spc="-10" dirty="0">
                <a:solidFill>
                  <a:srgbClr val="002E7E"/>
                </a:solidFill>
                <a:latin typeface="Calibri"/>
                <a:cs typeface="Calibri"/>
              </a:rPr>
              <a:t>ALIMENTO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73</Words>
  <Application>Microsoft Office PowerPoint</Application>
  <PresentationFormat>Widescreen</PresentationFormat>
  <Paragraphs>15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 MT</vt:lpstr>
      <vt:lpstr>Calibri</vt:lpstr>
      <vt:lpstr>Office Theme</vt:lpstr>
      <vt:lpstr>Apresentação do PowerPoint</vt:lpstr>
      <vt:lpstr>Apresentação do PowerPoint</vt:lpstr>
      <vt:lpstr>Etapa ÂNALISE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Etapa t0LUÇÂO I Proposta de Ação</vt:lpstr>
      <vt:lpstr>Apresentação do PowerPoint</vt:lpstr>
      <vt:lpstr>Apresentação do PowerPoint</vt:lpstr>
      <vt:lpstr>Apresentação do PowerPoint</vt:lpstr>
      <vt:lpstr>Apresentação do PowerPoint</vt:lpstr>
      <vt:lpstr>A atividade não envolveu parceiros externos, garantindo a ausência de conflitos de interesse.</vt:lpstr>
      <vt:lpstr>Etapa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Soares</cp:lastModifiedBy>
  <cp:revision>1</cp:revision>
  <dcterms:created xsi:type="dcterms:W3CDTF">2025-12-31T13:54:29Z</dcterms:created>
  <dcterms:modified xsi:type="dcterms:W3CDTF">2025-12-31T13:58:52Z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2025-12-31T00:00:00Z</vt:filetime>
  </property>
</Properties>
</file>